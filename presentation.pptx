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project exist?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 employees, 15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visualizations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411480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406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training &amp; results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11480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salary predictor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1480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manually set salaries using guesswork — leading to inconsistency, budget overruns, and employee dissatisfaction across departments and countries.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data-driven ML model that predicts employee annual salary using measurable factors, and deploy it as a real-time web application for HR decision-making.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26974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Predict Salary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330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annual salary estimate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3611880"/>
            <a:ext cx="26974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Standardize Pay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41330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decisions across teams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611880"/>
            <a:ext cx="26974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 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1330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for real use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9202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2286000" cy="3931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1945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2148840"/>
            <a:ext cx="4114800" cy="3931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9" name="Text 17"/>
          <p:cNvSpPr/>
          <p:nvPr/>
        </p:nvSpPr>
        <p:spPr>
          <a:xfrm>
            <a:off x="2770632" y="21945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2148840"/>
            <a:ext cx="2377440" cy="3931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6931152" y="2194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606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97480" y="2560320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70632" y="26060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company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560320"/>
            <a:ext cx="23774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31152" y="2606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228600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0175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2971800"/>
            <a:ext cx="411480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2770632" y="301752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 1–5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2971800"/>
            <a:ext cx="237744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152" y="3017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383280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4290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Salary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97480" y="3383280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770632" y="342900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compensation (USD)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3383280"/>
            <a:ext cx="23774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31152" y="34290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228600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" y="384048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97480" y="3794760"/>
            <a:ext cx="411480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43" name="Text 41"/>
          <p:cNvSpPr/>
          <p:nvPr/>
        </p:nvSpPr>
        <p:spPr>
          <a:xfrm>
            <a:off x="2770632" y="38404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0" y="3794760"/>
            <a:ext cx="237744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45" name="Text 43"/>
          <p:cNvSpPr/>
          <p:nvPr/>
        </p:nvSpPr>
        <p:spPr>
          <a:xfrm>
            <a:off x="6931152" y="384048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only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206240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42519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97480" y="4206240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770632" y="42519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KSA, UAE, Syria, Lebanon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58000" y="4206240"/>
            <a:ext cx="23774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931152" y="42519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only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617720"/>
            <a:ext cx="228600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53" name="Text 51"/>
          <p:cNvSpPr/>
          <p:nvPr/>
        </p:nvSpPr>
        <p:spPr>
          <a:xfrm>
            <a:off x="438912" y="46634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Hours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97480" y="4617720"/>
            <a:ext cx="411480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55" name="Text 53"/>
          <p:cNvSpPr/>
          <p:nvPr/>
        </p:nvSpPr>
        <p:spPr>
          <a:xfrm>
            <a:off x="2770632" y="46634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OT worked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58000" y="4617720"/>
            <a:ext cx="2377440" cy="393192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57" name="Text 55"/>
          <p:cNvSpPr/>
          <p:nvPr/>
        </p:nvSpPr>
        <p:spPr>
          <a:xfrm>
            <a:off x="6931152" y="46634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Gender Split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184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Male / 35% Female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201168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is predominantly male — worth monitoring for equity.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74320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Job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1568" y="16184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3.59 | Clusters at 3 &amp; 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201168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 — most employees score average or high.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Overtime Hours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7648" y="16184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7 hrs | Max: 198 hrs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skewed — a few employees work extreme overtime hours.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74320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546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Annual Salary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538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$8,436 – $41,400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93192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$33K spread across roles, departments, and geographies.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74320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1546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By Department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01568" y="3538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variation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1568" y="393192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departments earn noticeably more than lower-tier ones.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74320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1546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By Country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7648" y="3538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countries, varying rates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393192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KSA, UAE, Syria, Lebanon show distinct job rate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120640" cy="228600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Linear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Salary = β₀ + β₁(Years) + β₂(Job Rate)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Supervised learning for continuous target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Interpretable and fast to train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baseline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3108960" cy="2286000"/>
          </a:xfrm>
          <a:prstGeom prst="rect">
            <a:avLst/>
          </a:prstGeom>
          <a:solidFill>
            <a:srgbClr val="F0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170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1627632"/>
            <a:ext cx="21945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551 (80%)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2212848"/>
            <a:ext cx="1463040" cy="5029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2128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138 (20%)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train_test_split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146304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Model Results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(MAE): $7,703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58444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 spans $33K — MAE is a reasonable baseline for a 2-feature model.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Department, Country, and Overtime Hours is expected to reduce error significantly.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754880" cy="3840480"/>
          </a:xfrm>
          <a:prstGeom prst="rect">
            <a:avLst/>
          </a:prstGeom>
          <a:solidFill>
            <a:srgbClr val="F8FA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754880" cy="457200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Salary Prediction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predicts the salary of an employee based on Years and Job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48056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18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Job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84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4480560" cy="502920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114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button for salary 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Year Input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input for years of experience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Job Rate Input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5.0 in 0.5 increments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One-click Predict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salary prediction on button press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🎈 Result Display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 with balloon animation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4572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Saved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4892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linearmodel.pkl via joblib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132033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Add More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Department, Country, Overtime Hours, and Center using One-Hot Encoding to significantly reduce MAE.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868680"/>
          </a:xfrm>
          <a:prstGeom prst="rect">
            <a:avLst/>
          </a:prstGeom>
          <a:solidFill>
            <a:srgbClr val="132033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Try Better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Random Forest, XGBoost, and Gradient Boosting to capture non-linear salary relationships.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132033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Cross-Validation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 train/test split with k-fold cross-validation for more reliable performance estimates.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132033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Deploy Online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Streamlit app on Streamlit Cloud or Hugging Face Spaces for public access.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526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github.com/AngeloGeno/Machine-learning-Salary-Prediction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2026-07-15T09:56:48Z</dcterms:created>
  <dcterms:modified xsi:type="dcterms:W3CDTF">2026-07-15T09:56:48Z</dcterms:modified>
</cp:coreProperties>
</file>